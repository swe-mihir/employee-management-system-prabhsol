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5DB8"/>
    <a:srgbClr val="FF6E02"/>
    <a:srgbClr val="8FAADC"/>
    <a:srgbClr val="FF8D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9E321-99E7-E4BA-D8B2-6C58CB0EC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A6436-6A05-6277-C7E1-47E54FB85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6F82E-8C6D-D79D-BEE4-526B9E342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69A1-986F-417B-B4C2-5BD1BF3375D4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171DD-12C5-E2E8-A291-C9ED77DE8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91D01-8D4B-4E32-E64F-40759E3D2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07A73-92D2-4A11-9809-715A2D0CE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12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DC35-E644-1484-42BA-5D19C2AE3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F556D-5308-CD3F-AC58-1E6A4E20A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89781-26B6-B5DB-EBAC-8DD1A0F41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69A1-986F-417B-B4C2-5BD1BF3375D4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1E3E6-BF9D-8FBB-6426-46E875A0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49486-9417-B4B4-1CCE-60A4D4450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07A73-92D2-4A11-9809-715A2D0CE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406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C5EBF-9070-0C71-7A6B-B462F800E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EB2F1-5EF5-0588-E7D6-785BD1C6E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E8656-95ED-D34C-B3C3-5EBDDAFB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69A1-986F-417B-B4C2-5BD1BF3375D4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7BC84-7A14-1BCC-D822-9F3B5945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B630E-DE3E-A267-FEA7-E9DE6784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07A73-92D2-4A11-9809-715A2D0CE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54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76DCB-EFF9-0E00-CC9C-C8DEA03F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C58AC-26BA-CC90-8ECF-2DF57385D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BD944-FE54-C472-9FE7-0471DA57B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1036E-9962-6DCB-01FD-1FC7A6330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69A1-986F-417B-B4C2-5BD1BF3375D4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AB6EF-85AD-562B-3595-F54D6F1EA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BF4BB-A5C4-7255-52C8-D2C2858AC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07A73-92D2-4A11-9809-715A2D0CE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259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161B-06DF-BCA1-E77D-BCA29BF7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C0003-D656-BD89-349D-F8FB3A75B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78FA0-5E84-F0FA-5CDC-718382958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C0B4B-AED9-2673-A30E-2304239D6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75277-2EB2-06C8-6DE7-E4831573D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7EC474-B3B8-89FD-5B56-3F0C0675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69A1-986F-417B-B4C2-5BD1BF3375D4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CC9B37-2310-0931-8430-99116B1A1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D826A-4F15-1954-3273-9D3F8BA16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07A73-92D2-4A11-9809-715A2D0CE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83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1CC50-F463-688B-71CC-B6A4322E1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3582FA-DF89-DB0F-2C74-447722B8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69A1-986F-417B-B4C2-5BD1BF3375D4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AA2BDC-B121-2A66-A9A2-264659202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41FF1-99CE-1D79-4CF1-8F42810AF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07A73-92D2-4A11-9809-715A2D0CE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63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F6BEA4-F50B-D90F-7488-B1389C3B2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69A1-986F-417B-B4C2-5BD1BF3375D4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FE0F8-E2AE-2972-5F87-90B69858E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8357C-4725-0AC1-413C-71659E96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07A73-92D2-4A11-9809-715A2D0CE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699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9EF3-1050-DE78-416F-C5E1307A0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04C0B-9B68-F80F-BB0F-00023C60C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CE1D0-778D-7B9E-9240-7457B10D4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84CD1-5FC2-446E-47AA-781469509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69A1-986F-417B-B4C2-5BD1BF3375D4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498F9-9750-C185-8363-D2DD0129A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28311-D0A4-CFBF-6A6E-B63556F00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07A73-92D2-4A11-9809-715A2D0CE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19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1A44A-EF21-3DEE-EF1F-60410D74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00CD81-8536-5026-F7BE-364F93E9A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41F6A-33B6-0551-B033-A4EB73323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9D8CE-2F4A-B286-212F-46932AA1D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69A1-986F-417B-B4C2-5BD1BF3375D4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B1CF3-BC6F-3F45-5929-9A5E0AF82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98CE3-4391-C2CC-426E-3CE24DCA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07A73-92D2-4A11-9809-715A2D0CE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82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B0137-19F1-716F-D29B-2298F0E1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8B1715-9826-294F-F9C6-BAA7508ED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86C86-F19E-38A0-88DB-9D03E9B7C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69A1-986F-417B-B4C2-5BD1BF3375D4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8F7B6-0892-ADC9-C09F-CC70A6FCF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53716-A71D-1056-BA72-0B79330C6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07A73-92D2-4A11-9809-715A2D0CE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75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21E34A-8641-EDF7-BF39-939BD39AF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59A51-9FAD-C549-BD80-6D37FDEA5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59B68-C4E8-CE8B-3F53-93507D9AA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69A1-986F-417B-B4C2-5BD1BF3375D4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19E27-8780-4D03-684E-1A18C6A44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05E9B-7632-ACE0-7B33-5D25EC21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807A73-92D2-4A11-9809-715A2D0CE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785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DBBCE3-0658-5C31-CEBB-64F6B2E90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CBC38-2E95-257D-A683-26D6F18B4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7CEDB-39BD-3A33-F42A-C67AFC6FE7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069A1-986F-417B-B4C2-5BD1BF3375D4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89CC7-EA9F-67C2-8578-372FEF63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D3C8B-FAA5-E37F-F456-CBE868C13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07A73-92D2-4A11-9809-715A2D0CE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858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AD6B282-9B58-3B11-481B-4B3B3619E09E}"/>
              </a:ext>
            </a:extLst>
          </p:cNvPr>
          <p:cNvGrpSpPr/>
          <p:nvPr/>
        </p:nvGrpSpPr>
        <p:grpSpPr>
          <a:xfrm>
            <a:off x="4359519" y="879230"/>
            <a:ext cx="3472962" cy="4589585"/>
            <a:chOff x="4255477" y="967153"/>
            <a:chExt cx="3472962" cy="4589585"/>
          </a:xfrm>
          <a:solidFill>
            <a:schemeClr val="bg2"/>
          </a:solidFill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99CE2BF-6A8C-4CC9-24A8-C6F0ABFFDFA2}"/>
                </a:ext>
              </a:extLst>
            </p:cNvPr>
            <p:cNvSpPr/>
            <p:nvPr/>
          </p:nvSpPr>
          <p:spPr>
            <a:xfrm>
              <a:off x="4255477" y="967153"/>
              <a:ext cx="3472962" cy="4589585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9BF575B-DB48-C702-B1F7-43641A696683}"/>
                </a:ext>
              </a:extLst>
            </p:cNvPr>
            <p:cNvSpPr/>
            <p:nvPr/>
          </p:nvSpPr>
          <p:spPr>
            <a:xfrm>
              <a:off x="4774224" y="2224454"/>
              <a:ext cx="2224453" cy="272561"/>
            </a:xfrm>
            <a:prstGeom prst="roundRect">
              <a:avLst/>
            </a:prstGeom>
            <a:solidFill>
              <a:srgbClr val="FF6E0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519B3B1-C1FB-C68A-6D0D-E28FEA6EE4D2}"/>
                </a:ext>
              </a:extLst>
            </p:cNvPr>
            <p:cNvSpPr/>
            <p:nvPr/>
          </p:nvSpPr>
          <p:spPr>
            <a:xfrm>
              <a:off x="5380892" y="3313236"/>
              <a:ext cx="975948" cy="272561"/>
            </a:xfrm>
            <a:prstGeom prst="roundRect">
              <a:avLst/>
            </a:prstGeom>
            <a:solidFill>
              <a:srgbClr val="FF6E0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Login</a:t>
              </a:r>
              <a:endParaRPr lang="en-IN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2ED385-9E84-180A-9056-C7C18AEC5D30}"/>
                </a:ext>
              </a:extLst>
            </p:cNvPr>
            <p:cNvSpPr txBox="1"/>
            <p:nvPr/>
          </p:nvSpPr>
          <p:spPr>
            <a:xfrm>
              <a:off x="4774223" y="1814202"/>
              <a:ext cx="1459524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Username</a:t>
              </a:r>
              <a:endParaRPr lang="en-IN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80A7B1A-5CBC-0A15-559C-A8A813DD4815}"/>
                </a:ext>
              </a:extLst>
            </p:cNvPr>
            <p:cNvSpPr txBox="1"/>
            <p:nvPr/>
          </p:nvSpPr>
          <p:spPr>
            <a:xfrm>
              <a:off x="4774223" y="2511559"/>
              <a:ext cx="1459524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Password</a:t>
              </a:r>
              <a:endParaRPr lang="en-IN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0DAC0E1-651D-B1D3-8B2A-21F4E2B8307F}"/>
                </a:ext>
              </a:extLst>
            </p:cNvPr>
            <p:cNvSpPr/>
            <p:nvPr/>
          </p:nvSpPr>
          <p:spPr>
            <a:xfrm>
              <a:off x="4774223" y="2801815"/>
              <a:ext cx="2224453" cy="272561"/>
            </a:xfrm>
            <a:prstGeom prst="roundRect">
              <a:avLst/>
            </a:prstGeom>
            <a:solidFill>
              <a:srgbClr val="FF6E0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2" name="Picture 2" descr="Logo">
            <a:extLst>
              <a:ext uri="{FF2B5EF4-FFF2-40B4-BE49-F238E27FC236}">
                <a16:creationId xmlns:a16="http://schemas.microsoft.com/office/drawing/2014/main" id="{52EE5EC2-6592-5DC9-F199-605622E8B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811" y="1056338"/>
            <a:ext cx="2093360" cy="68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2236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9B5B3FAD-2B2B-4EF2-E065-5CDB328873E1}"/>
              </a:ext>
            </a:extLst>
          </p:cNvPr>
          <p:cNvGrpSpPr/>
          <p:nvPr/>
        </p:nvGrpSpPr>
        <p:grpSpPr>
          <a:xfrm>
            <a:off x="96714" y="19663"/>
            <a:ext cx="11989778" cy="6741622"/>
            <a:chOff x="96714" y="19663"/>
            <a:chExt cx="11989778" cy="674162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AE19F5D-DDE1-5E7B-BB64-7C77A19B40AA}"/>
                </a:ext>
              </a:extLst>
            </p:cNvPr>
            <p:cNvGrpSpPr/>
            <p:nvPr/>
          </p:nvGrpSpPr>
          <p:grpSpPr>
            <a:xfrm>
              <a:off x="96714" y="61544"/>
              <a:ext cx="11989778" cy="6699741"/>
              <a:chOff x="96714" y="61544"/>
              <a:chExt cx="11989778" cy="6699741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D942652-AB22-812E-1BED-C68506B8A1F8}"/>
                  </a:ext>
                </a:extLst>
              </p:cNvPr>
              <p:cNvSpPr/>
              <p:nvPr/>
            </p:nvSpPr>
            <p:spPr>
              <a:xfrm>
                <a:off x="96714" y="439616"/>
                <a:ext cx="2417885" cy="63216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56DA534-E73F-8A2F-3C6A-F5876450EBE4}"/>
                  </a:ext>
                </a:extLst>
              </p:cNvPr>
              <p:cNvSpPr/>
              <p:nvPr/>
            </p:nvSpPr>
            <p:spPr>
              <a:xfrm>
                <a:off x="2523395" y="451046"/>
                <a:ext cx="9563096" cy="631023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0DED0CE-06E1-613D-4450-7A2B2B603FBC}"/>
                  </a:ext>
                </a:extLst>
              </p:cNvPr>
              <p:cNvSpPr/>
              <p:nvPr/>
            </p:nvSpPr>
            <p:spPr>
              <a:xfrm>
                <a:off x="96714" y="61544"/>
                <a:ext cx="11989778" cy="37807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1F7AAFE-A85E-A1CD-DE69-F105E3CB91EB}"/>
                </a:ext>
              </a:extLst>
            </p:cNvPr>
            <p:cNvSpPr/>
            <p:nvPr/>
          </p:nvSpPr>
          <p:spPr>
            <a:xfrm>
              <a:off x="11201400" y="123092"/>
              <a:ext cx="829409" cy="25497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logout</a:t>
              </a:r>
              <a:endParaRPr lang="en-IN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3DC8312-DD3B-31EF-D576-42D58CD2BA2C}"/>
                </a:ext>
              </a:extLst>
            </p:cNvPr>
            <p:cNvSpPr/>
            <p:nvPr/>
          </p:nvSpPr>
          <p:spPr>
            <a:xfrm>
              <a:off x="10864362" y="108144"/>
              <a:ext cx="281354" cy="28135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026" name="Picture 2" descr="Logo">
              <a:extLst>
                <a:ext uri="{FF2B5EF4-FFF2-40B4-BE49-F238E27FC236}">
                  <a16:creationId xmlns:a16="http://schemas.microsoft.com/office/drawing/2014/main" id="{D0F55F58-47C6-928B-5BC5-98BF8DFD48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191" y="19663"/>
              <a:ext cx="1285564" cy="419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53370B-5972-3583-F0AD-D0E4C4CE5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020464"/>
              </p:ext>
            </p:extLst>
          </p:nvPr>
        </p:nvGraphicFramePr>
        <p:xfrm>
          <a:off x="105509" y="451046"/>
          <a:ext cx="240909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9090">
                  <a:extLst>
                    <a:ext uri="{9D8B030D-6E8A-4147-A177-3AD203B41FA5}">
                      <a16:colId xmlns:a16="http://schemas.microsoft.com/office/drawing/2014/main" val="257110173"/>
                    </a:ext>
                  </a:extLst>
                </a:gridCol>
              </a:tblGrid>
              <a:tr h="327514">
                <a:tc>
                  <a:txBody>
                    <a:bodyPr/>
                    <a:lstStyle/>
                    <a:p>
                      <a:r>
                        <a:rPr lang="en-US" dirty="0"/>
                        <a:t>Dashboard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D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817432"/>
                  </a:ext>
                </a:extLst>
              </a:tr>
              <a:tr h="3275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Employee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173775"/>
                  </a:ext>
                </a:extLst>
              </a:tr>
              <a:tr h="327514">
                <a:tc>
                  <a:txBody>
                    <a:bodyPr/>
                    <a:lstStyle/>
                    <a:p>
                      <a:r>
                        <a:rPr lang="en-US" dirty="0"/>
                        <a:t>Attendance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353342"/>
                  </a:ext>
                </a:extLst>
              </a:tr>
              <a:tr h="327514">
                <a:tc>
                  <a:txBody>
                    <a:bodyPr/>
                    <a:lstStyle/>
                    <a:p>
                      <a:r>
                        <a:rPr lang="en-US" dirty="0"/>
                        <a:t>Payroll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0849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D57BDD5-ABC8-1F8F-A30B-E17D8207CF30}"/>
              </a:ext>
            </a:extLst>
          </p:cNvPr>
          <p:cNvSpPr txBox="1"/>
          <p:nvPr/>
        </p:nvSpPr>
        <p:spPr>
          <a:xfrm>
            <a:off x="7142285" y="-2358952"/>
            <a:ext cx="1552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(Role)</a:t>
            </a:r>
            <a:endParaRPr lang="en-IN" sz="16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1378B63-5B28-CF0A-0B1E-CE2801561F04}"/>
              </a:ext>
            </a:extLst>
          </p:cNvPr>
          <p:cNvSpPr/>
          <p:nvPr/>
        </p:nvSpPr>
        <p:spPr>
          <a:xfrm>
            <a:off x="2857500" y="677008"/>
            <a:ext cx="1406769" cy="677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Total Employee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B347D7-4006-4BF1-F0A8-2F448800AD8F}"/>
              </a:ext>
            </a:extLst>
          </p:cNvPr>
          <p:cNvSpPr/>
          <p:nvPr/>
        </p:nvSpPr>
        <p:spPr>
          <a:xfrm>
            <a:off x="4346331" y="677007"/>
            <a:ext cx="1406769" cy="677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Present Today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8217CC1-2CC3-8A84-5D0D-BBC4C4583979}"/>
              </a:ext>
            </a:extLst>
          </p:cNvPr>
          <p:cNvSpPr/>
          <p:nvPr/>
        </p:nvSpPr>
        <p:spPr>
          <a:xfrm>
            <a:off x="5835162" y="677006"/>
            <a:ext cx="1406769" cy="677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Absent Today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91D55D-BEF4-FFE2-FE25-D700515AA25B}"/>
              </a:ext>
            </a:extLst>
          </p:cNvPr>
          <p:cNvSpPr/>
          <p:nvPr/>
        </p:nvSpPr>
        <p:spPr>
          <a:xfrm>
            <a:off x="7323993" y="677005"/>
            <a:ext cx="1406769" cy="677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 leave Today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FAA7D6-43B3-54A0-CFE7-EE6716DEDCB4}"/>
              </a:ext>
            </a:extLst>
          </p:cNvPr>
          <p:cNvSpPr/>
          <p:nvPr/>
        </p:nvSpPr>
        <p:spPr>
          <a:xfrm>
            <a:off x="8812824" y="677004"/>
            <a:ext cx="1406769" cy="677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Monthly Payroll Cost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10CFC7-53C7-EFC1-A27D-FE79B7B8B730}"/>
              </a:ext>
            </a:extLst>
          </p:cNvPr>
          <p:cNvSpPr/>
          <p:nvPr/>
        </p:nvSpPr>
        <p:spPr>
          <a:xfrm>
            <a:off x="10301655" y="677003"/>
            <a:ext cx="1406769" cy="677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Upcoming Salary Payment Date</a:t>
            </a:r>
            <a:endParaRPr lang="en-IN" sz="16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60CE5B5-244C-CD86-442A-230223D82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417862"/>
              </p:ext>
            </p:extLst>
          </p:nvPr>
        </p:nvGraphicFramePr>
        <p:xfrm>
          <a:off x="2857500" y="1659108"/>
          <a:ext cx="3628292" cy="2194560"/>
        </p:xfrm>
        <a:graphic>
          <a:graphicData uri="http://schemas.openxmlformats.org/drawingml/2006/table">
            <a:tbl>
              <a:tblPr/>
              <a:tblGrid>
                <a:gridCol w="1814146">
                  <a:extLst>
                    <a:ext uri="{9D8B030D-6E8A-4147-A177-3AD203B41FA5}">
                      <a16:colId xmlns:a16="http://schemas.microsoft.com/office/drawing/2014/main" val="1523671467"/>
                    </a:ext>
                  </a:extLst>
                </a:gridCol>
                <a:gridCol w="1814146">
                  <a:extLst>
                    <a:ext uri="{9D8B030D-6E8A-4147-A177-3AD203B41FA5}">
                      <a16:colId xmlns:a16="http://schemas.microsoft.com/office/drawing/2014/main" val="66067128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Attendance (daily)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01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Present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830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Absent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607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Leave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911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Late Arrivals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938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Early Departures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9955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0730ECF-09CA-1849-8301-11120C406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977369"/>
              </p:ext>
            </p:extLst>
          </p:nvPr>
        </p:nvGraphicFramePr>
        <p:xfrm>
          <a:off x="7822222" y="1659107"/>
          <a:ext cx="3628292" cy="2194557"/>
        </p:xfrm>
        <a:graphic>
          <a:graphicData uri="http://schemas.openxmlformats.org/drawingml/2006/table">
            <a:tbl>
              <a:tblPr/>
              <a:tblGrid>
                <a:gridCol w="1814146">
                  <a:extLst>
                    <a:ext uri="{9D8B030D-6E8A-4147-A177-3AD203B41FA5}">
                      <a16:colId xmlns:a16="http://schemas.microsoft.com/office/drawing/2014/main" val="2172427733"/>
                    </a:ext>
                  </a:extLst>
                </a:gridCol>
                <a:gridCol w="1814146">
                  <a:extLst>
                    <a:ext uri="{9D8B030D-6E8A-4147-A177-3AD203B41FA5}">
                      <a16:colId xmlns:a16="http://schemas.microsoft.com/office/drawing/2014/main" val="2444885094"/>
                    </a:ext>
                  </a:extLst>
                </a:gridCol>
              </a:tblGrid>
              <a:tr h="381662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Payroll (monthly)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840271"/>
                  </a:ext>
                </a:extLst>
              </a:tr>
              <a:tr h="3816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Gross Salary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₹4,25,000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153401"/>
                  </a:ext>
                </a:extLst>
              </a:tr>
              <a:tr h="3816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Deductions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₹32,000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01985"/>
                  </a:ext>
                </a:extLst>
              </a:tr>
              <a:tr h="3816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Net Payable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₹3,93,000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414348"/>
                  </a:ext>
                </a:extLst>
              </a:tr>
              <a:tr h="6679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Employees Processed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83133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300BA28-1AF1-35FB-7AB0-33B1D55F1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468161"/>
              </p:ext>
            </p:extLst>
          </p:nvPr>
        </p:nvGraphicFramePr>
        <p:xfrm>
          <a:off x="2857500" y="4158761"/>
          <a:ext cx="3628292" cy="1371600"/>
        </p:xfrm>
        <a:graphic>
          <a:graphicData uri="http://schemas.openxmlformats.org/drawingml/2006/table">
            <a:tbl>
              <a:tblPr/>
              <a:tblGrid>
                <a:gridCol w="1814146">
                  <a:extLst>
                    <a:ext uri="{9D8B030D-6E8A-4147-A177-3AD203B41FA5}">
                      <a16:colId xmlns:a16="http://schemas.microsoft.com/office/drawing/2014/main" val="1523671467"/>
                    </a:ext>
                  </a:extLst>
                </a:gridCol>
                <a:gridCol w="1814146">
                  <a:extLst>
                    <a:ext uri="{9D8B030D-6E8A-4147-A177-3AD203B41FA5}">
                      <a16:colId xmlns:a16="http://schemas.microsoft.com/office/drawing/2014/main" val="66067128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Leave Approvals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01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Pending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830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Next Week Leaves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60769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97A122B-62F3-3096-3969-75E14E435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256324"/>
              </p:ext>
            </p:extLst>
          </p:nvPr>
        </p:nvGraphicFramePr>
        <p:xfrm>
          <a:off x="7822222" y="4158761"/>
          <a:ext cx="3628292" cy="1828800"/>
        </p:xfrm>
        <a:graphic>
          <a:graphicData uri="http://schemas.openxmlformats.org/drawingml/2006/table">
            <a:tbl>
              <a:tblPr/>
              <a:tblGrid>
                <a:gridCol w="3628292">
                  <a:extLst>
                    <a:ext uri="{9D8B030D-6E8A-4147-A177-3AD203B41FA5}">
                      <a16:colId xmlns:a16="http://schemas.microsoft.com/office/drawing/2014/main" val="1523671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Activity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01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• Sachin marked attendance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830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• Salary generated for May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8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• New employee added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302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• Leave request approved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972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660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6079A093-1ECA-9DF6-5B41-7D8FDE1A6895}"/>
              </a:ext>
            </a:extLst>
          </p:cNvPr>
          <p:cNvGrpSpPr/>
          <p:nvPr/>
        </p:nvGrpSpPr>
        <p:grpSpPr>
          <a:xfrm>
            <a:off x="96714" y="19663"/>
            <a:ext cx="11989778" cy="6741622"/>
            <a:chOff x="96714" y="19663"/>
            <a:chExt cx="11989778" cy="6741622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6FEA185-A744-99F4-3969-259755C3239F}"/>
                </a:ext>
              </a:extLst>
            </p:cNvPr>
            <p:cNvGrpSpPr/>
            <p:nvPr/>
          </p:nvGrpSpPr>
          <p:grpSpPr>
            <a:xfrm>
              <a:off x="96714" y="61544"/>
              <a:ext cx="11989778" cy="6699741"/>
              <a:chOff x="96714" y="61544"/>
              <a:chExt cx="11989778" cy="6699741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E39AD13-5E59-5E66-BB7D-1A3E55ADA895}"/>
                  </a:ext>
                </a:extLst>
              </p:cNvPr>
              <p:cNvSpPr/>
              <p:nvPr/>
            </p:nvSpPr>
            <p:spPr>
              <a:xfrm>
                <a:off x="96714" y="439616"/>
                <a:ext cx="2417885" cy="63216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CB9B73F-C402-5AF0-C41C-3ECFF715A857}"/>
                  </a:ext>
                </a:extLst>
              </p:cNvPr>
              <p:cNvSpPr/>
              <p:nvPr/>
            </p:nvSpPr>
            <p:spPr>
              <a:xfrm>
                <a:off x="2523395" y="451046"/>
                <a:ext cx="9563096" cy="631023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FEA2B10-C9FD-A71C-167A-95234A605C4B}"/>
                  </a:ext>
                </a:extLst>
              </p:cNvPr>
              <p:cNvSpPr/>
              <p:nvPr/>
            </p:nvSpPr>
            <p:spPr>
              <a:xfrm>
                <a:off x="96714" y="61544"/>
                <a:ext cx="11989778" cy="37807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88503A1D-CDAC-9E51-A890-AB66B13A8F94}"/>
                </a:ext>
              </a:extLst>
            </p:cNvPr>
            <p:cNvSpPr/>
            <p:nvPr/>
          </p:nvSpPr>
          <p:spPr>
            <a:xfrm>
              <a:off x="11201400" y="123092"/>
              <a:ext cx="829409" cy="25497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logout</a:t>
              </a:r>
              <a:endParaRPr lang="en-IN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8D38EF2-3650-6145-3C09-7EEB5162B1DD}"/>
                </a:ext>
              </a:extLst>
            </p:cNvPr>
            <p:cNvSpPr/>
            <p:nvPr/>
          </p:nvSpPr>
          <p:spPr>
            <a:xfrm>
              <a:off x="10864362" y="108144"/>
              <a:ext cx="281354" cy="28135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47" name="Picture 2" descr="Logo">
              <a:extLst>
                <a:ext uri="{FF2B5EF4-FFF2-40B4-BE49-F238E27FC236}">
                  <a16:creationId xmlns:a16="http://schemas.microsoft.com/office/drawing/2014/main" id="{DEDED808-0447-71FF-3778-5EBBF3C64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191" y="19663"/>
              <a:ext cx="1285564" cy="419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5909D12-6384-F9B7-3C83-9876DB450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161370"/>
              </p:ext>
            </p:extLst>
          </p:nvPr>
        </p:nvGraphicFramePr>
        <p:xfrm>
          <a:off x="2738906" y="1943928"/>
          <a:ext cx="9150835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3435">
                  <a:extLst>
                    <a:ext uri="{9D8B030D-6E8A-4147-A177-3AD203B41FA5}">
                      <a16:colId xmlns:a16="http://schemas.microsoft.com/office/drawing/2014/main" val="1210232517"/>
                    </a:ext>
                  </a:extLst>
                </a:gridCol>
                <a:gridCol w="1274884">
                  <a:extLst>
                    <a:ext uri="{9D8B030D-6E8A-4147-A177-3AD203B41FA5}">
                      <a16:colId xmlns:a16="http://schemas.microsoft.com/office/drawing/2014/main" val="2871490174"/>
                    </a:ext>
                  </a:extLst>
                </a:gridCol>
                <a:gridCol w="2866293">
                  <a:extLst>
                    <a:ext uri="{9D8B030D-6E8A-4147-A177-3AD203B41FA5}">
                      <a16:colId xmlns:a16="http://schemas.microsoft.com/office/drawing/2014/main" val="260237388"/>
                    </a:ext>
                  </a:extLst>
                </a:gridCol>
                <a:gridCol w="2436056">
                  <a:extLst>
                    <a:ext uri="{9D8B030D-6E8A-4147-A177-3AD203B41FA5}">
                      <a16:colId xmlns:a16="http://schemas.microsoft.com/office/drawing/2014/main" val="2710548523"/>
                    </a:ext>
                  </a:extLst>
                </a:gridCol>
                <a:gridCol w="1830167">
                  <a:extLst>
                    <a:ext uri="{9D8B030D-6E8A-4147-A177-3AD203B41FA5}">
                      <a16:colId xmlns:a16="http://schemas.microsoft.com/office/drawing/2014/main" val="34653817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Sr. No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Emp Code</a:t>
                      </a:r>
                      <a:r>
                        <a:rPr lang="en-US" sz="1100" dirty="0"/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Designation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Actions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420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PR-02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View ◦◦◦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041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PR-03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62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PR-04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254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PR-06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50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326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565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910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614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435071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22B4EBE-FE40-DA06-E75A-B3F00F5D3799}"/>
              </a:ext>
            </a:extLst>
          </p:cNvPr>
          <p:cNvSpPr/>
          <p:nvPr/>
        </p:nvSpPr>
        <p:spPr>
          <a:xfrm>
            <a:off x="10588479" y="626327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FA4A53B-242B-ECA1-EE3C-348F0F735D06}"/>
              </a:ext>
            </a:extLst>
          </p:cNvPr>
          <p:cNvSpPr/>
          <p:nvPr/>
        </p:nvSpPr>
        <p:spPr>
          <a:xfrm>
            <a:off x="10588479" y="1300892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Filters</a:t>
            </a:r>
            <a:endParaRPr lang="en-IN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D92A0BA-D862-731C-6ADB-B535CAD17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51856"/>
              </p:ext>
            </p:extLst>
          </p:nvPr>
        </p:nvGraphicFramePr>
        <p:xfrm>
          <a:off x="3116976" y="626327"/>
          <a:ext cx="1042373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373">
                  <a:extLst>
                    <a:ext uri="{9D8B030D-6E8A-4147-A177-3AD203B41FA5}">
                      <a16:colId xmlns:a16="http://schemas.microsoft.com/office/drawing/2014/main" val="257110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Current</a:t>
                      </a:r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817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Left</a:t>
                      </a:r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173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All</a:t>
                      </a:r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353342"/>
                  </a:ext>
                </a:extLst>
              </a:tr>
            </a:tbl>
          </a:graphicData>
        </a:graphic>
      </p:graphicFrame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253B2DF-4813-55CD-1CFC-C0623315213E}"/>
              </a:ext>
            </a:extLst>
          </p:cNvPr>
          <p:cNvSpPr/>
          <p:nvPr/>
        </p:nvSpPr>
        <p:spPr>
          <a:xfrm>
            <a:off x="10588479" y="6109944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Export</a:t>
            </a:r>
            <a:endParaRPr lang="en-IN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61C51AF-D6FD-89E3-01CB-2EE0D42B226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0230" t="261" b="333"/>
          <a:stretch>
            <a:fillRect/>
          </a:stretch>
        </p:blipFill>
        <p:spPr>
          <a:xfrm rot="16200000">
            <a:off x="7195441" y="1253440"/>
            <a:ext cx="237768" cy="9150836"/>
          </a:xfrm>
          <a:prstGeom prst="rect">
            <a:avLst/>
          </a:prstGeom>
        </p:spPr>
      </p:pic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95D1AFD5-C924-8E04-E015-83EDA4B1B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48514"/>
              </p:ext>
            </p:extLst>
          </p:nvPr>
        </p:nvGraphicFramePr>
        <p:xfrm>
          <a:off x="106096" y="452338"/>
          <a:ext cx="2409090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9090">
                  <a:extLst>
                    <a:ext uri="{9D8B030D-6E8A-4147-A177-3AD203B41FA5}">
                      <a16:colId xmlns:a16="http://schemas.microsoft.com/office/drawing/2014/main" val="257110173"/>
                    </a:ext>
                  </a:extLst>
                </a:gridCol>
              </a:tblGrid>
              <a:tr h="327514">
                <a:tc>
                  <a:txBody>
                    <a:bodyPr/>
                    <a:lstStyle/>
                    <a:p>
                      <a:r>
                        <a:rPr lang="en-US" dirty="0"/>
                        <a:t>Dashboard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817432"/>
                  </a:ext>
                </a:extLst>
              </a:tr>
              <a:tr h="3275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Employee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D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173775"/>
                  </a:ext>
                </a:extLst>
              </a:tr>
              <a:tr h="327514">
                <a:tc>
                  <a:txBody>
                    <a:bodyPr/>
                    <a:lstStyle/>
                    <a:p>
                      <a:r>
                        <a:rPr lang="en-US" dirty="0"/>
                        <a:t>Attendance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353342"/>
                  </a:ext>
                </a:extLst>
              </a:tr>
              <a:tr h="327514">
                <a:tc>
                  <a:txBody>
                    <a:bodyPr/>
                    <a:lstStyle/>
                    <a:p>
                      <a:r>
                        <a:rPr lang="en-US" dirty="0"/>
                        <a:t>Payroll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084904"/>
                  </a:ext>
                </a:extLst>
              </a:tr>
            </a:tbl>
          </a:graphicData>
        </a:graphic>
      </p:graphicFrame>
      <p:sp>
        <p:nvSpPr>
          <p:cNvPr id="51" name="Oval 50">
            <a:extLst>
              <a:ext uri="{FF2B5EF4-FFF2-40B4-BE49-F238E27FC236}">
                <a16:creationId xmlns:a16="http://schemas.microsoft.com/office/drawing/2014/main" id="{08B6FB68-8356-8641-B18B-89E2BE6BDA8F}"/>
              </a:ext>
            </a:extLst>
          </p:cNvPr>
          <p:cNvSpPr/>
          <p:nvPr/>
        </p:nvSpPr>
        <p:spPr>
          <a:xfrm>
            <a:off x="2910099" y="712706"/>
            <a:ext cx="198081" cy="1980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C99BB00-F0D9-EA05-8B0A-82F206DAF295}"/>
              </a:ext>
            </a:extLst>
          </p:cNvPr>
          <p:cNvSpPr/>
          <p:nvPr/>
        </p:nvSpPr>
        <p:spPr>
          <a:xfrm>
            <a:off x="2918895" y="1086068"/>
            <a:ext cx="198081" cy="1980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EDD7D75-CE50-BEBE-17F6-FC16722E71DF}"/>
              </a:ext>
            </a:extLst>
          </p:cNvPr>
          <p:cNvSpPr/>
          <p:nvPr/>
        </p:nvSpPr>
        <p:spPr>
          <a:xfrm>
            <a:off x="2927691" y="1459430"/>
            <a:ext cx="198081" cy="1980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78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03611CC-1F43-658A-3C77-169E18DE556C}"/>
              </a:ext>
            </a:extLst>
          </p:cNvPr>
          <p:cNvGrpSpPr/>
          <p:nvPr/>
        </p:nvGrpSpPr>
        <p:grpSpPr>
          <a:xfrm>
            <a:off x="96714" y="19663"/>
            <a:ext cx="11989778" cy="6741622"/>
            <a:chOff x="96714" y="19663"/>
            <a:chExt cx="11989778" cy="674162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FDABA3D-F6E8-5E34-BCA5-48D6B22ED1DD}"/>
                </a:ext>
              </a:extLst>
            </p:cNvPr>
            <p:cNvGrpSpPr/>
            <p:nvPr/>
          </p:nvGrpSpPr>
          <p:grpSpPr>
            <a:xfrm>
              <a:off x="96714" y="61544"/>
              <a:ext cx="11989778" cy="6699741"/>
              <a:chOff x="96714" y="61544"/>
              <a:chExt cx="11989778" cy="6699741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AFFB4BD-1CE0-681A-B5ED-CA9ABED8C75C}"/>
                  </a:ext>
                </a:extLst>
              </p:cNvPr>
              <p:cNvSpPr/>
              <p:nvPr/>
            </p:nvSpPr>
            <p:spPr>
              <a:xfrm>
                <a:off x="96714" y="439616"/>
                <a:ext cx="2417885" cy="63216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F70441B-E21E-E772-32EE-60D25FFE7678}"/>
                  </a:ext>
                </a:extLst>
              </p:cNvPr>
              <p:cNvSpPr/>
              <p:nvPr/>
            </p:nvSpPr>
            <p:spPr>
              <a:xfrm>
                <a:off x="2523395" y="451046"/>
                <a:ext cx="9563096" cy="631023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B13630F-6B06-8021-2A1C-6FC0D25C2B92}"/>
                  </a:ext>
                </a:extLst>
              </p:cNvPr>
              <p:cNvSpPr/>
              <p:nvPr/>
            </p:nvSpPr>
            <p:spPr>
              <a:xfrm>
                <a:off x="96714" y="61544"/>
                <a:ext cx="11989778" cy="37807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83DF0E7-AB91-2E49-85D7-881AEF782B7E}"/>
                </a:ext>
              </a:extLst>
            </p:cNvPr>
            <p:cNvSpPr/>
            <p:nvPr/>
          </p:nvSpPr>
          <p:spPr>
            <a:xfrm>
              <a:off x="11201400" y="123092"/>
              <a:ext cx="829409" cy="25497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logout</a:t>
              </a:r>
              <a:endParaRPr lang="en-IN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021A1BC-D19E-8C4A-F61D-5A2A45DF7D00}"/>
                </a:ext>
              </a:extLst>
            </p:cNvPr>
            <p:cNvSpPr/>
            <p:nvPr/>
          </p:nvSpPr>
          <p:spPr>
            <a:xfrm>
              <a:off x="10864362" y="108144"/>
              <a:ext cx="281354" cy="28135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2" descr="Logo">
              <a:extLst>
                <a:ext uri="{FF2B5EF4-FFF2-40B4-BE49-F238E27FC236}">
                  <a16:creationId xmlns:a16="http://schemas.microsoft.com/office/drawing/2014/main" id="{E019EF18-7B0E-E2A5-B896-AE3C5FF732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191" y="19663"/>
              <a:ext cx="1285564" cy="419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BF98978-54E8-94CF-49B6-70D9952FE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181235"/>
              </p:ext>
            </p:extLst>
          </p:nvPr>
        </p:nvGraphicFramePr>
        <p:xfrm>
          <a:off x="114305" y="439614"/>
          <a:ext cx="240909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57110173"/>
                    </a:ext>
                  </a:extLst>
                </a:gridCol>
                <a:gridCol w="2200810">
                  <a:extLst>
                    <a:ext uri="{9D8B030D-6E8A-4147-A177-3AD203B41FA5}">
                      <a16:colId xmlns:a16="http://schemas.microsoft.com/office/drawing/2014/main" val="1642768885"/>
                    </a:ext>
                  </a:extLst>
                </a:gridCol>
              </a:tblGrid>
              <a:tr h="327514">
                <a:tc gridSpan="2">
                  <a:txBody>
                    <a:bodyPr/>
                    <a:lstStyle/>
                    <a:p>
                      <a:r>
                        <a:rPr lang="en-US" dirty="0"/>
                        <a:t>Dashboard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817432"/>
                  </a:ext>
                </a:extLst>
              </a:tr>
              <a:tr h="32751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Employee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173775"/>
                  </a:ext>
                </a:extLst>
              </a:tr>
              <a:tr h="327514">
                <a:tc gridSpan="2">
                  <a:txBody>
                    <a:bodyPr/>
                    <a:lstStyle/>
                    <a:p>
                      <a:r>
                        <a:rPr lang="en-US" dirty="0"/>
                        <a:t>Attendance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3533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▶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Day</a:t>
                      </a:r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D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2574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▶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</a:t>
                      </a:r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498648"/>
                  </a:ext>
                </a:extLst>
              </a:tr>
              <a:tr h="327514">
                <a:tc gridSpan="2">
                  <a:txBody>
                    <a:bodyPr/>
                    <a:lstStyle/>
                    <a:p>
                      <a:r>
                        <a:rPr lang="en-US" dirty="0"/>
                        <a:t>Payroll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08490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DDBE583-62F3-A790-C5A6-8FE4DA92C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09305"/>
              </p:ext>
            </p:extLst>
          </p:nvPr>
        </p:nvGraphicFramePr>
        <p:xfrm>
          <a:off x="2738319" y="1942636"/>
          <a:ext cx="9150840" cy="35243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6866">
                  <a:extLst>
                    <a:ext uri="{9D8B030D-6E8A-4147-A177-3AD203B41FA5}">
                      <a16:colId xmlns:a16="http://schemas.microsoft.com/office/drawing/2014/main" val="1210232517"/>
                    </a:ext>
                  </a:extLst>
                </a:gridCol>
                <a:gridCol w="1350844">
                  <a:extLst>
                    <a:ext uri="{9D8B030D-6E8A-4147-A177-3AD203B41FA5}">
                      <a16:colId xmlns:a16="http://schemas.microsoft.com/office/drawing/2014/main" val="2871490174"/>
                    </a:ext>
                  </a:extLst>
                </a:gridCol>
                <a:gridCol w="1143855">
                  <a:extLst>
                    <a:ext uri="{9D8B030D-6E8A-4147-A177-3AD203B41FA5}">
                      <a16:colId xmlns:a16="http://schemas.microsoft.com/office/drawing/2014/main" val="260237388"/>
                    </a:ext>
                  </a:extLst>
                </a:gridCol>
                <a:gridCol w="1143855">
                  <a:extLst>
                    <a:ext uri="{9D8B030D-6E8A-4147-A177-3AD203B41FA5}">
                      <a16:colId xmlns:a16="http://schemas.microsoft.com/office/drawing/2014/main" val="2710548523"/>
                    </a:ext>
                  </a:extLst>
                </a:gridCol>
                <a:gridCol w="1143855">
                  <a:extLst>
                    <a:ext uri="{9D8B030D-6E8A-4147-A177-3AD203B41FA5}">
                      <a16:colId xmlns:a16="http://schemas.microsoft.com/office/drawing/2014/main" val="1050172073"/>
                    </a:ext>
                  </a:extLst>
                </a:gridCol>
                <a:gridCol w="1143855">
                  <a:extLst>
                    <a:ext uri="{9D8B030D-6E8A-4147-A177-3AD203B41FA5}">
                      <a16:colId xmlns:a16="http://schemas.microsoft.com/office/drawing/2014/main" val="3961288916"/>
                    </a:ext>
                  </a:extLst>
                </a:gridCol>
                <a:gridCol w="1143855">
                  <a:extLst>
                    <a:ext uri="{9D8B030D-6E8A-4147-A177-3AD203B41FA5}">
                      <a16:colId xmlns:a16="http://schemas.microsoft.com/office/drawing/2014/main" val="1344009629"/>
                    </a:ext>
                  </a:extLst>
                </a:gridCol>
                <a:gridCol w="1143855">
                  <a:extLst>
                    <a:ext uri="{9D8B030D-6E8A-4147-A177-3AD203B41FA5}">
                      <a16:colId xmlns:a16="http://schemas.microsoft.com/office/drawing/2014/main" val="3465381752"/>
                    </a:ext>
                  </a:extLst>
                </a:gridCol>
              </a:tblGrid>
              <a:tr h="6684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Sr. No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Name </a:t>
                      </a:r>
                      <a:r>
                        <a:rPr lang="en-US" sz="1100" dirty="0"/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Shift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Clock in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Clock out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Required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 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420934"/>
                  </a:ext>
                </a:extLst>
              </a:tr>
              <a:tr h="5711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041731"/>
                  </a:ext>
                </a:extLst>
              </a:tr>
              <a:tr h="5711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62375"/>
                  </a:ext>
                </a:extLst>
              </a:tr>
              <a:tr h="5711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254904"/>
                  </a:ext>
                </a:extLst>
              </a:tr>
              <a:tr h="5711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503191"/>
                  </a:ext>
                </a:extLst>
              </a:tr>
              <a:tr h="571174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0277233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979002E-D322-29D1-1D34-B61FDDE719E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0230" t="261" b="333"/>
          <a:stretch>
            <a:fillRect/>
          </a:stretch>
        </p:blipFill>
        <p:spPr>
          <a:xfrm rot="16200000">
            <a:off x="7194854" y="1252148"/>
            <a:ext cx="237768" cy="9150836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6674D7-EB7F-AD28-CD77-9B7D06EEE4AF}"/>
              </a:ext>
            </a:extLst>
          </p:cNvPr>
          <p:cNvSpPr/>
          <p:nvPr/>
        </p:nvSpPr>
        <p:spPr>
          <a:xfrm>
            <a:off x="10587892" y="625035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Refresh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1584825-8162-639E-9D0C-062E6BF26A4E}"/>
              </a:ext>
            </a:extLst>
          </p:cNvPr>
          <p:cNvSpPr/>
          <p:nvPr/>
        </p:nvSpPr>
        <p:spPr>
          <a:xfrm>
            <a:off x="10587892" y="1373245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Filters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023DC19-E0DA-DA45-EA6F-959E59B60AAC}"/>
              </a:ext>
            </a:extLst>
          </p:cNvPr>
          <p:cNvSpPr/>
          <p:nvPr/>
        </p:nvSpPr>
        <p:spPr>
          <a:xfrm>
            <a:off x="2738319" y="625035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Today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D1424F0-BDD8-33CA-E2A0-533C47500F0C}"/>
              </a:ext>
            </a:extLst>
          </p:cNvPr>
          <p:cNvSpPr/>
          <p:nvPr/>
        </p:nvSpPr>
        <p:spPr>
          <a:xfrm>
            <a:off x="4174396" y="625035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</a:t>
            </a:r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B8E9C1C-933F-D4B9-7B6D-C41077BC6B07}"/>
              </a:ext>
            </a:extLst>
          </p:cNvPr>
          <p:cNvSpPr/>
          <p:nvPr/>
        </p:nvSpPr>
        <p:spPr>
          <a:xfrm>
            <a:off x="10588479" y="6109944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8444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E67905C-7CC7-9A21-7F0C-35EF7CD64C8C}"/>
              </a:ext>
            </a:extLst>
          </p:cNvPr>
          <p:cNvGrpSpPr/>
          <p:nvPr/>
        </p:nvGrpSpPr>
        <p:grpSpPr>
          <a:xfrm>
            <a:off x="96714" y="19663"/>
            <a:ext cx="11989778" cy="6741622"/>
            <a:chOff x="96714" y="19663"/>
            <a:chExt cx="11989778" cy="674162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29BFFBF-CF40-FA92-5826-6F5178656551}"/>
                </a:ext>
              </a:extLst>
            </p:cNvPr>
            <p:cNvGrpSpPr/>
            <p:nvPr/>
          </p:nvGrpSpPr>
          <p:grpSpPr>
            <a:xfrm>
              <a:off x="96714" y="61544"/>
              <a:ext cx="11989778" cy="6699741"/>
              <a:chOff x="96714" y="61544"/>
              <a:chExt cx="11989778" cy="6699741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38F2C2E-0B73-1523-30C5-8086E219186F}"/>
                  </a:ext>
                </a:extLst>
              </p:cNvPr>
              <p:cNvSpPr/>
              <p:nvPr/>
            </p:nvSpPr>
            <p:spPr>
              <a:xfrm>
                <a:off x="96714" y="439616"/>
                <a:ext cx="2417885" cy="63216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E1105A8-660E-38D6-FDD0-4D13AE7EC848}"/>
                  </a:ext>
                </a:extLst>
              </p:cNvPr>
              <p:cNvSpPr/>
              <p:nvPr/>
            </p:nvSpPr>
            <p:spPr>
              <a:xfrm>
                <a:off x="2523395" y="451046"/>
                <a:ext cx="9563096" cy="631023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EABB645-C32A-0236-E047-635911DE078E}"/>
                  </a:ext>
                </a:extLst>
              </p:cNvPr>
              <p:cNvSpPr/>
              <p:nvPr/>
            </p:nvSpPr>
            <p:spPr>
              <a:xfrm>
                <a:off x="96714" y="61544"/>
                <a:ext cx="11989778" cy="37807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8EDB742-A7D9-67A4-AE2E-06823D6252A6}"/>
                </a:ext>
              </a:extLst>
            </p:cNvPr>
            <p:cNvSpPr/>
            <p:nvPr/>
          </p:nvSpPr>
          <p:spPr>
            <a:xfrm>
              <a:off x="11201400" y="123092"/>
              <a:ext cx="829409" cy="25497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logout</a:t>
              </a:r>
              <a:endParaRPr lang="en-IN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72D2B64-BEA4-BF86-940B-2BC9222372D5}"/>
                </a:ext>
              </a:extLst>
            </p:cNvPr>
            <p:cNvSpPr/>
            <p:nvPr/>
          </p:nvSpPr>
          <p:spPr>
            <a:xfrm>
              <a:off x="10864362" y="108144"/>
              <a:ext cx="281354" cy="28135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2" descr="Logo">
              <a:extLst>
                <a:ext uri="{FF2B5EF4-FFF2-40B4-BE49-F238E27FC236}">
                  <a16:creationId xmlns:a16="http://schemas.microsoft.com/office/drawing/2014/main" id="{C7CDE2C4-2B59-D7BE-D34F-4453996FF3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191" y="19663"/>
              <a:ext cx="1285564" cy="419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4D2D663-59BA-92C3-2A80-8DE14865A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666223"/>
              </p:ext>
            </p:extLst>
          </p:nvPr>
        </p:nvGraphicFramePr>
        <p:xfrm>
          <a:off x="2738319" y="1988805"/>
          <a:ext cx="9136027" cy="3495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210232517"/>
                    </a:ext>
                  </a:extLst>
                </a:gridCol>
                <a:gridCol w="834265">
                  <a:extLst>
                    <a:ext uri="{9D8B030D-6E8A-4147-A177-3AD203B41FA5}">
                      <a16:colId xmlns:a16="http://schemas.microsoft.com/office/drawing/2014/main" val="1504369650"/>
                    </a:ext>
                  </a:extLst>
                </a:gridCol>
                <a:gridCol w="765082">
                  <a:extLst>
                    <a:ext uri="{9D8B030D-6E8A-4147-A177-3AD203B41FA5}">
                      <a16:colId xmlns:a16="http://schemas.microsoft.com/office/drawing/2014/main" val="287149017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505796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932969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5036143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801861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586057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28147275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663495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4898783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2006824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1205254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7867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337072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0253064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26433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709146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366324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15911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0797916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7888824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153261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053239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6462053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0258663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598412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4431706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598391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5827186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144193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37547445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36710745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401276414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774153493"/>
                    </a:ext>
                  </a:extLst>
                </a:gridCol>
              </a:tblGrid>
              <a:tr h="5668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Sr. No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Emp code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Name </a:t>
                      </a:r>
                      <a:r>
                        <a:rPr lang="en-US" sz="1100" dirty="0"/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Days Paid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420934"/>
                  </a:ext>
                </a:extLst>
              </a:tr>
              <a:tr h="5711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041731"/>
                  </a:ext>
                </a:extLst>
              </a:tr>
              <a:tr h="5711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62375"/>
                  </a:ext>
                </a:extLst>
              </a:tr>
              <a:tr h="5711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254904"/>
                  </a:ext>
                </a:extLst>
              </a:tr>
              <a:tr h="5711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503191"/>
                  </a:ext>
                </a:extLst>
              </a:tr>
              <a:tr h="571174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354098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21D41DE-1D6C-8194-4604-18DCDD7EED2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0230" t="261" b="333"/>
          <a:stretch>
            <a:fillRect/>
          </a:stretch>
        </p:blipFill>
        <p:spPr>
          <a:xfrm rot="16200000">
            <a:off x="7194854" y="1252148"/>
            <a:ext cx="237768" cy="9150836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658686-3936-54D6-1792-155AFE67EE6F}"/>
              </a:ext>
            </a:extLst>
          </p:cNvPr>
          <p:cNvSpPr/>
          <p:nvPr/>
        </p:nvSpPr>
        <p:spPr>
          <a:xfrm>
            <a:off x="10587892" y="625035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Refresh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18E2E9-BBA1-0480-E632-3918882F26C2}"/>
              </a:ext>
            </a:extLst>
          </p:cNvPr>
          <p:cNvSpPr/>
          <p:nvPr/>
        </p:nvSpPr>
        <p:spPr>
          <a:xfrm>
            <a:off x="10587892" y="1373245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Filters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E847954-432A-147C-381D-4F5DC16CA2C3}"/>
              </a:ext>
            </a:extLst>
          </p:cNvPr>
          <p:cNvSpPr/>
          <p:nvPr/>
        </p:nvSpPr>
        <p:spPr>
          <a:xfrm>
            <a:off x="2738319" y="625035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Today</a:t>
            </a:r>
            <a:endParaRPr lang="en-IN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6612B92-B3AA-914D-3168-C7D54D7ED322}"/>
              </a:ext>
            </a:extLst>
          </p:cNvPr>
          <p:cNvSpPr/>
          <p:nvPr/>
        </p:nvSpPr>
        <p:spPr>
          <a:xfrm>
            <a:off x="4174396" y="625035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</a:t>
            </a:r>
            <a:endParaRPr lang="en-IN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EAD9DAD-9411-534A-C71E-CCCBA768F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039403"/>
              </p:ext>
            </p:extLst>
          </p:nvPr>
        </p:nvGraphicFramePr>
        <p:xfrm>
          <a:off x="114305" y="439614"/>
          <a:ext cx="2409090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57110173"/>
                    </a:ext>
                  </a:extLst>
                </a:gridCol>
                <a:gridCol w="2200810">
                  <a:extLst>
                    <a:ext uri="{9D8B030D-6E8A-4147-A177-3AD203B41FA5}">
                      <a16:colId xmlns:a16="http://schemas.microsoft.com/office/drawing/2014/main" val="1642768885"/>
                    </a:ext>
                  </a:extLst>
                </a:gridCol>
              </a:tblGrid>
              <a:tr h="327514">
                <a:tc gridSpan="2">
                  <a:txBody>
                    <a:bodyPr/>
                    <a:lstStyle/>
                    <a:p>
                      <a:r>
                        <a:rPr lang="en-US" dirty="0"/>
                        <a:t>Dashboard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817432"/>
                  </a:ext>
                </a:extLst>
              </a:tr>
              <a:tr h="32751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Employee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173775"/>
                  </a:ext>
                </a:extLst>
              </a:tr>
              <a:tr h="327514">
                <a:tc gridSpan="2">
                  <a:txBody>
                    <a:bodyPr/>
                    <a:lstStyle/>
                    <a:p>
                      <a:r>
                        <a:rPr lang="en-US" dirty="0"/>
                        <a:t>Attendance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3533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▶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Day</a:t>
                      </a:r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2574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▶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</a:t>
                      </a:r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D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498648"/>
                  </a:ext>
                </a:extLst>
              </a:tr>
              <a:tr h="327514">
                <a:tc gridSpan="2">
                  <a:txBody>
                    <a:bodyPr/>
                    <a:lstStyle/>
                    <a:p>
                      <a:r>
                        <a:rPr lang="en-US" dirty="0"/>
                        <a:t>Payroll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08490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25478DF-CDFB-82BA-AAC9-8B747D553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578250"/>
              </p:ext>
            </p:extLst>
          </p:nvPr>
        </p:nvGraphicFramePr>
        <p:xfrm>
          <a:off x="7409959" y="625036"/>
          <a:ext cx="1741856" cy="1257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0799">
                  <a:extLst>
                    <a:ext uri="{9D8B030D-6E8A-4147-A177-3AD203B41FA5}">
                      <a16:colId xmlns:a16="http://schemas.microsoft.com/office/drawing/2014/main" val="1343517416"/>
                    </a:ext>
                  </a:extLst>
                </a:gridCol>
                <a:gridCol w="1131057">
                  <a:extLst>
                    <a:ext uri="{9D8B030D-6E8A-4147-A177-3AD203B41FA5}">
                      <a16:colId xmlns:a16="http://schemas.microsoft.com/office/drawing/2014/main" val="2416083599"/>
                    </a:ext>
                  </a:extLst>
                </a:gridCol>
              </a:tblGrid>
              <a:tr h="223810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/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/>
                        <a:t>Present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4898757"/>
                  </a:ext>
                </a:extLst>
              </a:tr>
              <a:tr h="223810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/>
                        <a:t>Absent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1027251"/>
                  </a:ext>
                </a:extLst>
              </a:tr>
              <a:tr h="223810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/>
                        <a:t>SL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/>
                        <a:t>Sick Leave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048320"/>
                  </a:ext>
                </a:extLst>
              </a:tr>
              <a:tr h="223810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/>
                        <a:t>PL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/>
                        <a:t>Paid Leave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5282490"/>
                  </a:ext>
                </a:extLst>
              </a:tr>
              <a:tr h="223810">
                <a:tc>
                  <a:txBody>
                    <a:bodyPr/>
                    <a:lstStyle/>
                    <a:p>
                      <a:pPr algn="ctr"/>
                      <a:r>
                        <a:rPr lang="en-IN" sz="1050" dirty="0">
                          <a:solidFill>
                            <a:srgbClr val="FFFF00"/>
                          </a:solidFill>
                          <a:highlight>
                            <a:srgbClr val="FFFF00"/>
                          </a:highlight>
                        </a:rPr>
                        <a:t>----</a:t>
                      </a:r>
                      <a:r>
                        <a:rPr lang="en-IN" sz="1050" dirty="0">
                          <a:highlight>
                            <a:srgbClr val="FFFF00"/>
                          </a:highlight>
                        </a:rPr>
                        <a:t>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dirty="0"/>
                        <a:t>Weekly Holiday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8032338"/>
                  </a:ext>
                </a:extLst>
              </a:tr>
            </a:tbl>
          </a:graphicData>
        </a:graphic>
      </p:graphicFrame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5D6DE5D-BCA0-D048-D3FA-59A1E937DD47}"/>
              </a:ext>
            </a:extLst>
          </p:cNvPr>
          <p:cNvSpPr/>
          <p:nvPr/>
        </p:nvSpPr>
        <p:spPr>
          <a:xfrm>
            <a:off x="10588479" y="6109944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557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4774-508D-7ED1-6102-03AC0AC9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11031D-BD70-AD6D-14A6-8962C7D8FFA3}"/>
              </a:ext>
            </a:extLst>
          </p:cNvPr>
          <p:cNvGrpSpPr/>
          <p:nvPr/>
        </p:nvGrpSpPr>
        <p:grpSpPr>
          <a:xfrm>
            <a:off x="96714" y="19663"/>
            <a:ext cx="11989778" cy="6741622"/>
            <a:chOff x="96714" y="19663"/>
            <a:chExt cx="11989778" cy="674162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493FA8D-4D89-020A-9653-B5955C3D676E}"/>
                </a:ext>
              </a:extLst>
            </p:cNvPr>
            <p:cNvGrpSpPr/>
            <p:nvPr/>
          </p:nvGrpSpPr>
          <p:grpSpPr>
            <a:xfrm>
              <a:off x="96714" y="61544"/>
              <a:ext cx="11989778" cy="6699741"/>
              <a:chOff x="96714" y="61544"/>
              <a:chExt cx="11989778" cy="6699741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7697464-5946-4121-C452-9B5B816F5D3E}"/>
                  </a:ext>
                </a:extLst>
              </p:cNvPr>
              <p:cNvSpPr/>
              <p:nvPr/>
            </p:nvSpPr>
            <p:spPr>
              <a:xfrm>
                <a:off x="96714" y="439616"/>
                <a:ext cx="2417885" cy="63216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822908C-9474-E0B0-BBAC-C6EB693733B8}"/>
                  </a:ext>
                </a:extLst>
              </p:cNvPr>
              <p:cNvSpPr/>
              <p:nvPr/>
            </p:nvSpPr>
            <p:spPr>
              <a:xfrm>
                <a:off x="2523395" y="451046"/>
                <a:ext cx="9563096" cy="631023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910D1D9-B60C-8B7B-B1E1-F60F1352D8EA}"/>
                  </a:ext>
                </a:extLst>
              </p:cNvPr>
              <p:cNvSpPr/>
              <p:nvPr/>
            </p:nvSpPr>
            <p:spPr>
              <a:xfrm>
                <a:off x="96714" y="61544"/>
                <a:ext cx="11989778" cy="37807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AD8EC7E-B54C-03F7-3BB4-B9EA09280D0E}"/>
                </a:ext>
              </a:extLst>
            </p:cNvPr>
            <p:cNvSpPr/>
            <p:nvPr/>
          </p:nvSpPr>
          <p:spPr>
            <a:xfrm>
              <a:off x="11201400" y="123092"/>
              <a:ext cx="829409" cy="25497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logout</a:t>
              </a:r>
              <a:endParaRPr lang="en-IN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DE0AA9E-7F3F-9093-FAED-D2A1FA75FC3C}"/>
                </a:ext>
              </a:extLst>
            </p:cNvPr>
            <p:cNvSpPr/>
            <p:nvPr/>
          </p:nvSpPr>
          <p:spPr>
            <a:xfrm>
              <a:off x="10864362" y="108144"/>
              <a:ext cx="281354" cy="28135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2" descr="Logo">
              <a:extLst>
                <a:ext uri="{FF2B5EF4-FFF2-40B4-BE49-F238E27FC236}">
                  <a16:creationId xmlns:a16="http://schemas.microsoft.com/office/drawing/2014/main" id="{CD3BF54B-6326-3CB8-3323-33CA2B1CAD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191" y="19663"/>
              <a:ext cx="1285564" cy="419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0D7A4BF-933C-E388-4D77-6E209D58D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182798"/>
              </p:ext>
            </p:extLst>
          </p:nvPr>
        </p:nvGraphicFramePr>
        <p:xfrm>
          <a:off x="105509" y="451046"/>
          <a:ext cx="240909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9090">
                  <a:extLst>
                    <a:ext uri="{9D8B030D-6E8A-4147-A177-3AD203B41FA5}">
                      <a16:colId xmlns:a16="http://schemas.microsoft.com/office/drawing/2014/main" val="257110173"/>
                    </a:ext>
                  </a:extLst>
                </a:gridCol>
              </a:tblGrid>
              <a:tr h="327514">
                <a:tc>
                  <a:txBody>
                    <a:bodyPr/>
                    <a:lstStyle/>
                    <a:p>
                      <a:r>
                        <a:rPr lang="en-US" dirty="0"/>
                        <a:t>Dashboard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817432"/>
                  </a:ext>
                </a:extLst>
              </a:tr>
              <a:tr h="3275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Employee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173775"/>
                  </a:ext>
                </a:extLst>
              </a:tr>
              <a:tr h="327514">
                <a:tc>
                  <a:txBody>
                    <a:bodyPr/>
                    <a:lstStyle/>
                    <a:p>
                      <a:r>
                        <a:rPr lang="en-US" dirty="0"/>
                        <a:t>Attendance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353342"/>
                  </a:ext>
                </a:extLst>
              </a:tr>
              <a:tr h="327514">
                <a:tc>
                  <a:txBody>
                    <a:bodyPr/>
                    <a:lstStyle/>
                    <a:p>
                      <a:r>
                        <a:rPr lang="en-US" dirty="0"/>
                        <a:t>Payroll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D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084904"/>
                  </a:ext>
                </a:extLst>
              </a:tr>
              <a:tr h="327514">
                <a:tc>
                  <a:txBody>
                    <a:bodyPr/>
                    <a:lstStyle/>
                    <a:p>
                      <a:r>
                        <a:rPr lang="en-US" dirty="0"/>
                        <a:t>Payslip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68808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FAB34855-CC85-E1F9-D03D-1328CBBA8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644504"/>
              </p:ext>
            </p:extLst>
          </p:nvPr>
        </p:nvGraphicFramePr>
        <p:xfrm>
          <a:off x="2980596" y="1914086"/>
          <a:ext cx="5536224" cy="3606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796">
                  <a:extLst>
                    <a:ext uri="{9D8B030D-6E8A-4147-A177-3AD203B41FA5}">
                      <a16:colId xmlns:a16="http://schemas.microsoft.com/office/drawing/2014/main" val="4048085484"/>
                    </a:ext>
                  </a:extLst>
                </a:gridCol>
                <a:gridCol w="1011116">
                  <a:extLst>
                    <a:ext uri="{9D8B030D-6E8A-4147-A177-3AD203B41FA5}">
                      <a16:colId xmlns:a16="http://schemas.microsoft.com/office/drawing/2014/main" val="519203008"/>
                    </a:ext>
                  </a:extLst>
                </a:gridCol>
                <a:gridCol w="1204546">
                  <a:extLst>
                    <a:ext uri="{9D8B030D-6E8A-4147-A177-3AD203B41FA5}">
                      <a16:colId xmlns:a16="http://schemas.microsoft.com/office/drawing/2014/main" val="2182870733"/>
                    </a:ext>
                  </a:extLst>
                </a:gridCol>
                <a:gridCol w="1422159">
                  <a:extLst>
                    <a:ext uri="{9D8B030D-6E8A-4147-A177-3AD203B41FA5}">
                      <a16:colId xmlns:a16="http://schemas.microsoft.com/office/drawing/2014/main" val="2948238244"/>
                    </a:ext>
                  </a:extLst>
                </a:gridCol>
                <a:gridCol w="1212607">
                  <a:extLst>
                    <a:ext uri="{9D8B030D-6E8A-4147-A177-3AD203B41FA5}">
                      <a16:colId xmlns:a16="http://schemas.microsoft.com/office/drawing/2014/main" val="1499066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Sr. No.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Position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 Salary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609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39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668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319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36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80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31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374018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328FB500-30F7-9C84-4A7C-E575E1B718D4}"/>
              </a:ext>
            </a:extLst>
          </p:cNvPr>
          <p:cNvSpPr/>
          <p:nvPr/>
        </p:nvSpPr>
        <p:spPr>
          <a:xfrm>
            <a:off x="8974020" y="1914087"/>
            <a:ext cx="2901461" cy="3337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483DB8-DF19-C35B-4C26-EFC3A863BB99}"/>
              </a:ext>
            </a:extLst>
          </p:cNvPr>
          <p:cNvSpPr/>
          <p:nvPr/>
        </p:nvSpPr>
        <p:spPr>
          <a:xfrm>
            <a:off x="10587892" y="1373245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Filters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16ECAA-251B-AF85-993E-0C8DA070CAFE}"/>
              </a:ext>
            </a:extLst>
          </p:cNvPr>
          <p:cNvSpPr/>
          <p:nvPr/>
        </p:nvSpPr>
        <p:spPr>
          <a:xfrm>
            <a:off x="10588479" y="6109944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Export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7276F0-128B-5C62-E4F3-B7A5ACBCFA8F}"/>
              </a:ext>
            </a:extLst>
          </p:cNvPr>
          <p:cNvSpPr/>
          <p:nvPr/>
        </p:nvSpPr>
        <p:spPr>
          <a:xfrm>
            <a:off x="10588479" y="626327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309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18277-322D-7B09-654F-86B5479B7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8AE1C24-45D9-914D-35C8-93CAA616E0A7}"/>
              </a:ext>
            </a:extLst>
          </p:cNvPr>
          <p:cNvGrpSpPr/>
          <p:nvPr/>
        </p:nvGrpSpPr>
        <p:grpSpPr>
          <a:xfrm>
            <a:off x="96714" y="19663"/>
            <a:ext cx="11989778" cy="6741622"/>
            <a:chOff x="96714" y="19663"/>
            <a:chExt cx="11989778" cy="674162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D0AA344-CECA-DCE3-72AD-9C59F7950949}"/>
                </a:ext>
              </a:extLst>
            </p:cNvPr>
            <p:cNvGrpSpPr/>
            <p:nvPr/>
          </p:nvGrpSpPr>
          <p:grpSpPr>
            <a:xfrm>
              <a:off x="96714" y="61544"/>
              <a:ext cx="11989778" cy="6699741"/>
              <a:chOff x="96714" y="61544"/>
              <a:chExt cx="11989778" cy="6699741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B929B73-F185-5651-5B17-6DAD07181672}"/>
                  </a:ext>
                </a:extLst>
              </p:cNvPr>
              <p:cNvSpPr/>
              <p:nvPr/>
            </p:nvSpPr>
            <p:spPr>
              <a:xfrm>
                <a:off x="96714" y="439616"/>
                <a:ext cx="2417885" cy="63216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4148B97-8A17-6F24-0F5E-B5410B1C6E1D}"/>
                  </a:ext>
                </a:extLst>
              </p:cNvPr>
              <p:cNvSpPr/>
              <p:nvPr/>
            </p:nvSpPr>
            <p:spPr>
              <a:xfrm>
                <a:off x="2523395" y="451046"/>
                <a:ext cx="9563096" cy="631023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A0AE6FC-F799-9B34-D131-6C996A6C7C1C}"/>
                  </a:ext>
                </a:extLst>
              </p:cNvPr>
              <p:cNvSpPr/>
              <p:nvPr/>
            </p:nvSpPr>
            <p:spPr>
              <a:xfrm>
                <a:off x="96714" y="61544"/>
                <a:ext cx="11989778" cy="37807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4CA0504-351A-7BC2-1EC1-3336BE82D0F9}"/>
                </a:ext>
              </a:extLst>
            </p:cNvPr>
            <p:cNvSpPr/>
            <p:nvPr/>
          </p:nvSpPr>
          <p:spPr>
            <a:xfrm>
              <a:off x="11201400" y="123092"/>
              <a:ext cx="829409" cy="25497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logout</a:t>
              </a:r>
              <a:endParaRPr lang="en-IN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6968FF4-03C5-544A-26CA-4333FE1481DA}"/>
                </a:ext>
              </a:extLst>
            </p:cNvPr>
            <p:cNvSpPr/>
            <p:nvPr/>
          </p:nvSpPr>
          <p:spPr>
            <a:xfrm>
              <a:off x="10864362" y="108144"/>
              <a:ext cx="281354" cy="28135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2" descr="Logo">
              <a:extLst>
                <a:ext uri="{FF2B5EF4-FFF2-40B4-BE49-F238E27FC236}">
                  <a16:creationId xmlns:a16="http://schemas.microsoft.com/office/drawing/2014/main" id="{CC782434-4F16-6863-4630-E477B68036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191" y="19663"/>
              <a:ext cx="1285564" cy="419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3190F6D-0B8A-51FC-A8D1-D791F8660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762203"/>
              </p:ext>
            </p:extLst>
          </p:nvPr>
        </p:nvGraphicFramePr>
        <p:xfrm>
          <a:off x="105509" y="451046"/>
          <a:ext cx="240909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9090">
                  <a:extLst>
                    <a:ext uri="{9D8B030D-6E8A-4147-A177-3AD203B41FA5}">
                      <a16:colId xmlns:a16="http://schemas.microsoft.com/office/drawing/2014/main" val="257110173"/>
                    </a:ext>
                  </a:extLst>
                </a:gridCol>
              </a:tblGrid>
              <a:tr h="327514">
                <a:tc>
                  <a:txBody>
                    <a:bodyPr/>
                    <a:lstStyle/>
                    <a:p>
                      <a:r>
                        <a:rPr lang="en-US" dirty="0"/>
                        <a:t>Dashboard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817432"/>
                  </a:ext>
                </a:extLst>
              </a:tr>
              <a:tr h="3275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Employee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173775"/>
                  </a:ext>
                </a:extLst>
              </a:tr>
              <a:tr h="327514">
                <a:tc>
                  <a:txBody>
                    <a:bodyPr/>
                    <a:lstStyle/>
                    <a:p>
                      <a:r>
                        <a:rPr lang="en-US" dirty="0"/>
                        <a:t>Attendance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353342"/>
                  </a:ext>
                </a:extLst>
              </a:tr>
              <a:tr h="327514">
                <a:tc>
                  <a:txBody>
                    <a:bodyPr/>
                    <a:lstStyle/>
                    <a:p>
                      <a:r>
                        <a:rPr lang="en-US" dirty="0"/>
                        <a:t>Payroll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E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084904"/>
                  </a:ext>
                </a:extLst>
              </a:tr>
              <a:tr h="327514">
                <a:tc>
                  <a:txBody>
                    <a:bodyPr/>
                    <a:lstStyle/>
                    <a:p>
                      <a:r>
                        <a:rPr lang="en-US" dirty="0"/>
                        <a:t>Payslip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8D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039688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98AF9D3-B0CE-25F0-F13A-59F538FFAB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665064"/>
              </p:ext>
            </p:extLst>
          </p:nvPr>
        </p:nvGraphicFramePr>
        <p:xfrm>
          <a:off x="2980596" y="1914086"/>
          <a:ext cx="5873260" cy="4048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950">
                  <a:extLst>
                    <a:ext uri="{9D8B030D-6E8A-4147-A177-3AD203B41FA5}">
                      <a16:colId xmlns:a16="http://schemas.microsoft.com/office/drawing/2014/main" val="1513592348"/>
                    </a:ext>
                  </a:extLst>
                </a:gridCol>
                <a:gridCol w="893885">
                  <a:extLst>
                    <a:ext uri="{9D8B030D-6E8A-4147-A177-3AD203B41FA5}">
                      <a16:colId xmlns:a16="http://schemas.microsoft.com/office/drawing/2014/main" val="519203008"/>
                    </a:ext>
                  </a:extLst>
                </a:gridCol>
                <a:gridCol w="893885">
                  <a:extLst>
                    <a:ext uri="{9D8B030D-6E8A-4147-A177-3AD203B41FA5}">
                      <a16:colId xmlns:a16="http://schemas.microsoft.com/office/drawing/2014/main" val="2182870733"/>
                    </a:ext>
                  </a:extLst>
                </a:gridCol>
                <a:gridCol w="893885">
                  <a:extLst>
                    <a:ext uri="{9D8B030D-6E8A-4147-A177-3AD203B41FA5}">
                      <a16:colId xmlns:a16="http://schemas.microsoft.com/office/drawing/2014/main" val="2948238244"/>
                    </a:ext>
                  </a:extLst>
                </a:gridCol>
                <a:gridCol w="893885">
                  <a:extLst>
                    <a:ext uri="{9D8B030D-6E8A-4147-A177-3AD203B41FA5}">
                      <a16:colId xmlns:a16="http://schemas.microsoft.com/office/drawing/2014/main" val="1499066006"/>
                    </a:ext>
                  </a:extLst>
                </a:gridCol>
                <a:gridCol w="893885">
                  <a:extLst>
                    <a:ext uri="{9D8B030D-6E8A-4147-A177-3AD203B41FA5}">
                      <a16:colId xmlns:a16="http://schemas.microsoft.com/office/drawing/2014/main" val="1973139440"/>
                    </a:ext>
                  </a:extLst>
                </a:gridCol>
                <a:gridCol w="893885">
                  <a:extLst>
                    <a:ext uri="{9D8B030D-6E8A-4147-A177-3AD203B41FA5}">
                      <a16:colId xmlns:a16="http://schemas.microsoft.com/office/drawing/2014/main" val="2207014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Sr. No.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Monthly Salary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Deduction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Bonuses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 Salary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Payslip Status 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▼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609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69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392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668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319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36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80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31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374018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72C227F-8F6B-E3A1-C945-5BD40838240E}"/>
              </a:ext>
            </a:extLst>
          </p:cNvPr>
          <p:cNvSpPr/>
          <p:nvPr/>
        </p:nvSpPr>
        <p:spPr>
          <a:xfrm>
            <a:off x="9135208" y="1914087"/>
            <a:ext cx="2740273" cy="3337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BADA08-6C72-86E3-16A8-B73CD2F7A7B6}"/>
              </a:ext>
            </a:extLst>
          </p:cNvPr>
          <p:cNvSpPr/>
          <p:nvPr/>
        </p:nvSpPr>
        <p:spPr>
          <a:xfrm>
            <a:off x="10587892" y="1373245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Filters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2370042-3332-C085-F3B6-C45529F5A4DC}"/>
              </a:ext>
            </a:extLst>
          </p:cNvPr>
          <p:cNvSpPr/>
          <p:nvPr/>
        </p:nvSpPr>
        <p:spPr>
          <a:xfrm>
            <a:off x="10588479" y="6109944"/>
            <a:ext cx="1301262" cy="3708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7636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288</Words>
  <Application>Microsoft Office PowerPoint</Application>
  <PresentationFormat>Widescreen</PresentationFormat>
  <Paragraphs>184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Mihir Mistry</dc:creator>
  <cp:lastModifiedBy>Mihir Mistry</cp:lastModifiedBy>
  <cp:revision>30</cp:revision>
  <dcterms:created xsi:type="dcterms:W3CDTF">2026-06-09T05:44:59Z</dcterms:created>
  <dcterms:modified xsi:type="dcterms:W3CDTF">2026-06-13T07:26:46Z</dcterms:modified>
</cp:coreProperties>
</file>